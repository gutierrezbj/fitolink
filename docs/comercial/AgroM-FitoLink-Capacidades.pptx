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anguti/dev/srs/fitolink/apps/web/public/brand/agrom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9848" y="1645920"/>
            <a:ext cx="4572000" cy="14287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47208" y="3383280"/>
            <a:ext cx="109728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Inteligencia agraria de precisión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4434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6B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su explotación de pistacho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14400" y="6355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INFORME DE CAPACIDADES · 2026   ·   agrom.es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 · CONTEXTO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Hoy se trata el campo a ciegas.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37744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01.1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454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Aplicación uniforme,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diagnóstico previo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4069080"/>
            <a:ext cx="34542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tratamiento se aplica igual en toda la parcela aunque solo una parte lo necesite. Más producto del necesario, más coste, más impacto ambiental.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68698" y="237744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01.2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68698" y="2743200"/>
            <a:ext cx="3454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evidencia técnica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PAC ni seguros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368698" y="4069080"/>
            <a:ext cx="34542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llega una inspección o un siniestro, no hay historial verificable del estado del cultivo antes del evento.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88757" y="237744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01.3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188757" y="2743200"/>
            <a:ext cx="3454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Reacción tardía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plagas y estrés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88757" y="4069080"/>
            <a:ext cx="34542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el daño se ve a simple vista, ya está hecho. Falta una vigilancia continua que avise antes.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02 · MÉTODO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capas que se activan en cadena.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SATÉLITE COPERNICUS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5 días, imagen del Sentinel-2 europeo sobre sus parcelas. Calculamos cinco índices del estado del cultivo, incluida la zona infrarroja que el ojo no 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53664" y="2286000"/>
            <a:ext cx="0" cy="3200400"/>
          </a:xfrm>
          <a:prstGeom prst="line">
            <a:avLst/>
          </a:prstGeom>
          <a:noFill/>
          <a:ln w="6350">
            <a:solidFill>
              <a:srgbClr val="C9A8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0824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3390824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DETECCIÓN AUTOMÁTICA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90824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clasificador analiza cada lectura nueva de cada parcela frente al baseline MODIS de la zona, el clima reciente y el histórico Sentinel-2 que tenemos de su parcela.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95848" y="2286000"/>
            <a:ext cx="0" cy="3200400"/>
          </a:xfrm>
          <a:prstGeom prst="line">
            <a:avLst/>
          </a:prstGeom>
          <a:noFill/>
          <a:ln w="6350">
            <a:solidFill>
              <a:srgbClr val="C9A8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233008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DRON DE PRECISIÓN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33008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hace falta, un piloto certificado AESA aplica con dron DJI Agras según los datos satelitales y el estado real del cultivo, no a ojo.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38031" y="2286000"/>
            <a:ext cx="0" cy="3200400"/>
          </a:xfrm>
          <a:prstGeom prst="line">
            <a:avLst/>
          </a:prstGeom>
          <a:noFill/>
          <a:ln w="6350">
            <a:solidFill>
              <a:srgbClr val="C9A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75191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6400" dirty="0"/>
          </a:p>
        </p:txBody>
      </p:sp>
      <p:sp>
        <p:nvSpPr>
          <p:cNvPr id="18" name="Text 16"/>
          <p:cNvSpPr/>
          <p:nvPr/>
        </p:nvSpPr>
        <p:spPr>
          <a:xfrm>
            <a:off x="9075191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CUADERNO DIGITAL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75191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aplicación queda registrada digitalmente con producto, dosis y condiciones. Información lista para incorporar al cuaderno de explotación según normativa PAC.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03 · ENTREGABLE PRINCIPAL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informe diario en su correo, a las 7 de la mañana.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65960"/>
            <a:ext cx="582760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40280"/>
            <a:ext cx="5827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 AgroM · Inteligencia agraria ───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582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INFORME DE CAMPO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5827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de mayo de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5278968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264408"/>
            <a:ext cx="5278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 · ESTADO DE SUS PARCELAS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520440"/>
            <a:ext cx="5278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 sus parcelas presenta tendencia descendente. Si se mantiene, entra en zona crítica alrededor del 22 de mayo. El resto se mantiene estable.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5278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02 · METEO PARA LA SEMANA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4617720"/>
            <a:ext cx="5278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y sábado: ola de calor (35-37°). Sin lluvia prevista 7 días. Riegue antes del jueves. Ventana dron apta: jueves 14h y sábado 9h.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5458968"/>
            <a:ext cx="5278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03 · AVISO FITOSANITARIO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" y="5715000"/>
            <a:ext cx="5278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de polilla detectada en su zona esta semana. Severidad media. Sus parcelas en seguimiento reforzado los próximos 7 días.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24888" y="1965960"/>
            <a:ext cx="4718167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24888" y="2103120"/>
            <a:ext cx="4718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ESTADO DE CULTIVO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24888" y="2468880"/>
            <a:ext cx="4718167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satelital semanal con proyección de cuándo entrará en zona crítica.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24888" y="3413760"/>
            <a:ext cx="4718167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24888" y="3550920"/>
            <a:ext cx="4718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METEOROLOGÍA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24888" y="3916680"/>
            <a:ext cx="4718167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ventanas reales para regar o aplicar con dron, con 7 días de antelación.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24888" y="4861560"/>
            <a:ext cx="4718167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24888" y="4998720"/>
            <a:ext cx="4718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AVISOS DE SU COMARCA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24888" y="5364480"/>
            <a:ext cx="4718167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plagas detectadas oficialmente cerca de sus parcelas.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04 · COLABORACIÓN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Primero le demostramos el valor.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Después hablamos.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 de validación de 60 días sin compromiso.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246120"/>
            <a:ext cx="3393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60 DÍAS INCLUIDOS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538728"/>
            <a:ext cx="339333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completo al informe diario y al panel.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99178" y="3246120"/>
            <a:ext cx="3393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APLICACIÓN A DEMANDA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99178" y="3538728"/>
            <a:ext cx="339333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Cobramos solo por la hectárea efectivamente tratada con dron.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49717" y="3246120"/>
            <a:ext cx="3393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SIN PERMANENCIA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49717" y="3538728"/>
            <a:ext cx="339333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cabo de los 60 días no le aporta valor, se cierra el ciclo sin papeleo.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11094415" cy="1005840"/>
          </a:xfrm>
          <a:prstGeom prst="rect">
            <a:avLst/>
          </a:prstGeom>
          <a:solidFill>
            <a:srgbClr val="E8DDC9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539496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1B4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5715000"/>
            <a:ext cx="509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Coordinación operativa — Jonh Yanga Núñez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095848" y="5715000"/>
            <a:ext cx="509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Equipo técnico — AgroM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AgroM · FitoLink — Informe de Capacidades</dc:title>
  <dc:subject>PptxGenJS Presentation</dc:subject>
  <dc:creator>AgroM</dc:creator>
  <cp:lastModifiedBy>AgroM</cp:lastModifiedBy>
  <cp:revision>1</cp:revision>
  <dcterms:created xsi:type="dcterms:W3CDTF">2026-05-12T22:39:54Z</dcterms:created>
  <dcterms:modified xsi:type="dcterms:W3CDTF">2026-05-12T22:39:54Z</dcterms:modified>
</cp:coreProperties>
</file>