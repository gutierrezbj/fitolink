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AgroM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828800" y="667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07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INTELIGENCIA AGRARIA APLICADA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1280160"/>
            <a:ext cx="1280160" cy="0"/>
          </a:xfrm>
          <a:prstGeom prst="line">
            <a:avLst/>
          </a:prstGeom>
          <a:noFill/>
          <a:ln w="19050">
            <a:solidFill>
              <a:srgbClr val="C9A8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Hacia un motor predictivo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cosecha de olivar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E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Estudio de viabilidad técnica · Fase 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trabajo · 17 jun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agrom.es · fitolink.agrom.es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 · EL PUNTO DE OPTIMIZACIÓN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AGROM · INTELIGENCIA AGRARIA APLICADA ·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momento de recogida condiciona el resultado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0"/>
          </a:xfrm>
          <a:prstGeom prst="line">
            <a:avLst/>
          </a:prstGeom>
          <a:noFill/>
          <a:ln w="19050">
            <a:solidFill>
              <a:srgbClr val="C9A8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Recoger fuera de la ventana óptima puede penalizar una parte relevante del valor de la cosecha.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referencias de sector sitúan ese margen en el orden del 20–25%.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321040" y="1828800"/>
            <a:ext cx="329184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9A8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197510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07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ESCALA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2304288"/>
            <a:ext cx="2926080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4.500 ha, optimizar la recogida parcela a parcela no es viable a ojo.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logística tiende a imponerse sobre el óptimo agronómico, y parte de la superficie se recoge fuera de su ventana.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2120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punto de optimización con impacto potencial en el rendimiento.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 · DOS CAPACIDADES DISTINTAS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AGROM · INTELIGENCIA AGRARIA APLICADA ·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Monitorizar y predecir no son lo mismo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0"/>
          </a:xfrm>
          <a:prstGeom prst="line">
            <a:avLst/>
          </a:prstGeom>
          <a:noFill/>
          <a:ln w="19050">
            <a:solidFill>
              <a:srgbClr val="C9A8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3949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9A8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75104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 · OPERATIVO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50292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agraria aplicada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 del estado del cultivo, funcionando hoy sobre datos reales.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servicio con otro destinatario (agricultor, cooperativa).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949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9A8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975104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07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PROPONEMOS EXPLORAR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46520" y="2304288"/>
            <a:ext cx="50292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motor predictivo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Evolucionar esos sistemas para anticipar cuándo recoger y cuánto.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optimizar el momento y la planificación de la cosecha para mejorar el rendimiento.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desarrollo nuevo, distinto de lo que ya hacemos. Aquí evaluamos su viabilidad.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· LO QUE YA HEMOS EXPLORADO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AGROM · INTELIGENCIA AGRARIA APLICADA ·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Somos gente de campo y gente digital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0"/>
          </a:xfrm>
          <a:prstGeom prst="line">
            <a:avLst/>
          </a:prstGeom>
          <a:noFill/>
          <a:ln w="19050">
            <a:solidFill>
              <a:srgbClr val="C9A8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serie de Encineño es real (Sentinel-2, datos abiertos). Sobre ella, en laboratorio y con datos sintéticos, hemos probado la maquinaria del modelo — con resultados preliminares que invitan a continuar. No es un producto cerrado: es la hipótesis, ya en marcha.</a:t>
            </a:r>
            <a:endParaRPr lang="en-US" sz="1350" dirty="0"/>
          </a:p>
        </p:txBody>
      </p:sp>
      <p:pic>
        <p:nvPicPr>
          <p:cNvPr id="7" name="Image 0" descr="/Users/juanguti/dev/srs/fitolink/sandbox/modelo-cosecha/encineno_ser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240280"/>
            <a:ext cx="9326880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Vuestra finca, respirando en la herramienta.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· EL MOTOR, PROBADO EN LABORATORIO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AGROM · INTELIGENCIA AGRARIA APLICADA ·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motor del «cuándo», probado en laboratorio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0"/>
          </a:xfrm>
          <a:prstGeom prst="line">
            <a:avLst/>
          </a:prstGeom>
          <a:noFill/>
          <a:ln w="19050">
            <a:solidFill>
              <a:srgbClr val="C9A876"/>
            </a:solidFill>
            <a:prstDash val="solid"/>
          </a:ln>
        </p:spPr>
      </p:sp>
      <p:pic>
        <p:nvPicPr>
          <p:cNvPr id="6" name="Image 0" descr="/Users/juanguti/dev/srs/fitolink/sandbox/modelo-cosecha/encineno_tim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508760"/>
            <a:ext cx="10149840" cy="4059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Izquierda: sobre datos sintéticos, el motor predice la fecha óptima de recogida con ~4 días de error — valida el método, no el cultivo.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Derecha: la señal real de maduración (envero) de Encineño, que el motor lee. El resultado real llega con vuestro dato.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05 · LAS FUENTES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AGROM · INTELIGENCIA AGRARIA APLICADA ·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dónde salen los datos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0"/>
          </a:xfrm>
          <a:prstGeom prst="line">
            <a:avLst/>
          </a:prstGeom>
          <a:noFill/>
          <a:ln w="19050">
            <a:solidFill>
              <a:srgbClr val="C9A8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3949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9A8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75104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ABIERTOS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50292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(Sentinel-2 · Copernicus) y clima (ERA5).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abierto · 10 m de resolución · revisita ~5 días.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varios años disponible.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949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9A8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975104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07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INGESTA DE CAMPO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46520" y="2304288"/>
            <a:ext cx="50292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dron, para el detalle que el satélite no alcanza.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a nivel de árbol.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piloto, lo volamos nosotros.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06 · QUÉ NECESITAMOS PARA VALIDAR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AGROM · INTELIGENCIA AGRARIA APLICADA ·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necesitamos para validar el enfoque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0"/>
          </a:xfrm>
          <a:prstGeom prst="line">
            <a:avLst/>
          </a:prstGeom>
          <a:noFill/>
          <a:ln w="19050">
            <a:solidFill>
              <a:srgbClr val="C9A8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una muestra acotada de campañas — la necesaria para confirmar si la señal correlaciona con vuestro rendimiento: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39496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9A8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89504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07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218688"/>
            <a:ext cx="502920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Vuestro histórico de cosecha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Kilos, fechas de recogida e índice de madurez, de varias campañas.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743200"/>
            <a:ext cx="539496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9A8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889504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07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46520" y="3218688"/>
            <a:ext cx="502920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 parcelas piloto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ingesta de campo por dron durante la campaña.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074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eso establecemos —o descartamos— la viabilidad, sobre vuestro dato real.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07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 · EL SIGUIENTE PASO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Saber si funciona requiere comprobarlo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2331720"/>
            <a:ext cx="1280160" cy="0"/>
          </a:xfrm>
          <a:prstGeom prst="line">
            <a:avLst/>
          </a:prstGeom>
          <a:noFill/>
          <a:ln w="19050">
            <a:solidFill>
              <a:srgbClr val="E07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43200"/>
            <a:ext cx="10607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enfoque puede optimizar vuestros rendimientos. Es una hipótesis — y la única forma de confirmarla, o descartarla, es comprobarla sobre vuestro dato real.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8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un interés legítimo y compartido en saberlo.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que proponemos es concreto: realizar el piloto.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Comprobémoslo juntos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49808" y="2423160"/>
            <a:ext cx="1463040" cy="0"/>
          </a:xfrm>
          <a:prstGeom prst="line">
            <a:avLst/>
          </a:prstGeom>
          <a:noFill/>
          <a:ln w="19050">
            <a:solidFill>
              <a:srgbClr val="E07A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83464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CFE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 un interés legítimo y compartido: saber si este enfoque optimiza vuestra cosecha.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FE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un esfuerzo conjunto lo comprobamos sobre vuestro dato real — y, si funciona, consolidamos el modelo.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8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Coordinación: Jorge Leccia   ·   Equipo técnico: AgroM   ·   agrom.es · fitolink.agrom.es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Motor predictivo de cosecha · Estudio de viabilidad técnica</dc:title>
  <dc:subject>PptxGenJS Presentation</dc:subject>
  <dc:creator>AgroM · SystemRapid SL</dc:creator>
  <cp:lastModifiedBy>AgroM · SystemRapid SL</cp:lastModifiedBy>
  <cp:revision>1</cp:revision>
  <dcterms:created xsi:type="dcterms:W3CDTF">2026-06-14T10:34:11Z</dcterms:created>
  <dcterms:modified xsi:type="dcterms:W3CDTF">2026-06-14T10:34:11Z</dcterms:modified>
</cp:coreProperties>
</file>